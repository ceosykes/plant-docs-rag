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idea on this slide: the operator wants true answers and a way to check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hook: every question is checked against all 2,320 pages, and the answer shows the page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The manager is step four and only step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bring their questions to their supervisor.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wants every answer the supervisor gives to be true, and a way to check that it is.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live in three kinds of documents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B3743"/>
          </a:solidFill>
          <a:ln w="12700">
            <a:solidFill>
              <a:srgbClr val="2B37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3767328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Lockout, guarding, PPE, noise, chemicals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B3743"/>
          </a:solidFill>
          <a:ln w="12700">
            <a:solidFill>
              <a:srgbClr val="2B37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3767328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76472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Pump, motor, belt, bearing and compressor manuals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B3743"/>
          </a:solidFill>
          <a:ln w="12700">
            <a:solidFill>
              <a:srgbClr val="2B37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3767328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Sampling, calibration, validation, CGMP rules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 today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supervisor has a few moments on the floor to answer. The right answer is somewhere in 2,300 pages.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42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2,320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of procedures and manuals, checked on every question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42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an answer with the document and page next to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42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guesses. If it is not in the documents, it says so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choice is to look it up by hand and lose the moment, or answer from memory and hope it is right. We built a system that reads all 2,300 pages for every question and hands back a factual answer, with the page, in seconds.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words. Get the page.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274320" cy="27432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The supervisor types the question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chat window, in their own words.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55448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Our agents search 2,300+ pages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and manuals across safety, maintenance and quality, all at once.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55448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Only the best matches come back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shows just the parts that fit the question, each with its document and page. Click the page to see it.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554480"/>
            <a:ext cx="274320" cy="27432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No answer? Then, and only then, a manager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time a person steps in. Their answer is saved, so the next person gets it right away.</a:t>
            </a:r>
            <a:endParaRPr lang="en-US" sz="1050" dirty="0"/>
          </a:p>
        </p:txBody>
      </p:sp>
      <p:pic>
        <p:nvPicPr>
          <p:cNvPr id="23" name="Image 0" descr="shots/cha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0"/>
            <a:ext cx="3108960" cy="15727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374904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supervisor's screen: the answer, then the quote with a link to page 15 of the OSHA lockout booklet.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74904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saved on every question, and a manager's time spent only when the documents run out. Time is money.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2026-09-11T23:31:47Z</dcterms:created>
  <dcterms:modified xsi:type="dcterms:W3CDTF">2026-09-11T23:31:47Z</dcterms:modified>
</cp:coreProperties>
</file>